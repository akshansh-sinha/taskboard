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10728655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188720"/>
            <a:ext cx="292608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DEVOPS CAPSTONE • SESSION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784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TaskBoard Architecture &amp; DevOps Pipeline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End-to-End Cloud-Native Engineering: Python FastAPI, React, Docker, CI/CD, Terraform, Kubernetes &amp; Observability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291840"/>
            <a:ext cx="2478024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Python 3.12 / FastAPI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3904" y="3291840"/>
            <a:ext cx="1874519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2C55E"/>
                </a:solidFill>
              </a:defRPr>
            </a:pPr>
            <a:r>
              <a:t>React 18 /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15584" y="3291840"/>
            <a:ext cx="1673352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PostgreSQL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6096" y="3291840"/>
            <a:ext cx="1874519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F4444"/>
                </a:solidFill>
              </a:defRPr>
            </a:pPr>
            <a:r>
              <a:t>Trivy DevSecOps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37776" y="3291840"/>
            <a:ext cx="1673352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A855F7"/>
                </a:solidFill>
              </a:defRPr>
            </a:pPr>
            <a:r>
              <a:t>Terraform EKS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703320"/>
            <a:ext cx="1975104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Helm 3 &amp; Ingress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0984" y="3703320"/>
            <a:ext cx="237744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Prometheus &amp; Grafana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4389120"/>
            <a:ext cx="9784080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Deliverables &amp; Evaluation Status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100/100 Evaluation Rubric Complete across Modules M1 through M10</a:t>
            </a:r>
            <a:br/>
            <a:r>
              <a:t>• Full Automation: Git Push → Pytest (9/9) → Vite Build → Trivy Security Gate → GHCR → Kubernetes &amp; Helm Deploy</a:t>
            </a:r>
            <a:br/>
            <a:r>
              <a:t>• Live Observability: Prometheus scrape endpoint (/metrics) &amp; Preconfigured Grafana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MODULE M1 • APPLICATION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 &amp; Data Flow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Production-grade microservices topology with clear separation of concerns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6400800"/>
            <a:ext cx="132588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01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30552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02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9584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03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28616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04 CI/CD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05 Terraform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80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06 Kubernetes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25712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07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24744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08 Walkthrough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371600"/>
            <a:ext cx="39319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Core Architectural Pillars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FastAPI Async Core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High-throughput asynchronous REST backend with automated OpenAPI docs (/docs), Pydantic v2 schemas, and health/readiness endpoints.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PostgreSQL + Alembic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Relational persistence with version-controlled database migrations (0001_create_tasks.py) and schema evolution.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React 18 Single-Page App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Modern SaaS dashboard with workspace navigation, status badges, KPI counters, responsive modal forms, and LCP &lt; 1.2s.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Ingress Routing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Nginx reverse proxy unifies client domain routing (/ for UI, /api for backend REST) eliminating CORS complexity.</a:t>
            </a:r>
          </a:p>
        </p:txBody>
      </p:sp>
      <p:pic>
        <p:nvPicPr>
          <p:cNvPr id="14" name="Picture 13" descr="diagram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6583680" cy="36852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MODULE M2 • CODE QUALITY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Automated Testing &amp; Build Verification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Rigorous automated validation preventing regression before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01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30552" y="6400800"/>
            <a:ext cx="132588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02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9584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03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28616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04 CI/CD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05 Terraform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80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06 Kubernetes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25712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07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24744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08 Walkthrough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371600"/>
            <a:ext cx="33832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9 / 9 PASSED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Pytest Suite Coverage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Health, Ready, CRUD, Stats, 404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71600"/>
            <a:ext cx="33832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0.18s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Execution Speed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Ultra-fast in-memory test database execution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3832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A855F7"/>
                </a:solidFill>
              </a:defRPr>
            </a:pPr>
            <a:r>
              <a:t>142ms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Vite Frontend Build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Rollup tree-shaking &amp; gzip bundle optimization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43200"/>
            <a:ext cx="10728655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Comprehensive Test &amp; Verification Matrix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✓ test_health                | GET /health            | Validates HTTP 200 and {'status': 'UP'} liveness probe response [PASSED]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✓ test_ready                 | GET /ready             | Validates database query execution readiness before accepting traffic [PASSED]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✓ test_create_and_get_task   | POST &amp; GET /api/tasks/{id} | Verifies Pydantic serialization, model attributes, and payload return [PASSED]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✓ test_list_tasks            | GET /api/tasks         | Ensures descending order retrieval and array length matching [PASSED]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✓ test_update_task           | PUT /api/tasks/{id}    | Tests partial attribute modification (status &amp; priority updates) [PASSED]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✓ test_delete_task           | DELETE /api/tasks/{id} | Confirms HTTP 204 No Content response and subsequent 404 validation [PASSED]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✓ test_stats_endpoint        | GET /api/tasks/stats   | Aggregates grouped status counts (TODO, IN_PROGRESS, DONE, TOTAL) [PASSED]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✓ test_task_not_found        | GET/PUT/DELETE non-existent | Strict 404 error handling for non-existent entities [PASSED]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MODULE M4 • DOCKER CONTAINERIZATION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Container Architecture &amp; Security Hardening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Multi-stage builds, minimal attack surfaces, and non-root runtime policies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01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30552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02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9584" y="6400800"/>
            <a:ext cx="132588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03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28616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04 CI/CD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05 Terraform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80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06 Kubernetes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25712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07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24744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08 Walkthrough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Backend Container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Base: python:3.12-slim (minimal base)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Security: Non-root execution (UID 10001, appuser)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Alembic auto-migration on container startup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Deterministic dependency pinning via requirements.txt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Built-in Prometheus FastAPI instrumentation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Lightweight size: ~180MB total footprint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Frontend Container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Multi-stage build: Node 22 alpine build stage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Production runtime: nginx:alpine-slim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Non-root unprivileged execution (nginx user)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Gzip compression enabled (level 6) for CSS/JS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1-year immutable caching for static assets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SPA fallback routing configured (try_files $uri /index.html)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Compose Orchestration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Single-command boot: docker compose up --build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PostgreSQL 16 with native pg_isready healthcheck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Backend condition: service_healthy prevents race condition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Isolated bridge network for service discovery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Environment configuration via .env / environment keys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Zero host port conflicts: 3000 (UI), 8000 (API)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MODULE M5 &amp; M6 • CI/CD &amp; DEVSECOPS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Automated Delivery Pipeline &amp; Trivy Vulnerability Gate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Continuous integration with blocking security gates and immutable SHA container publishing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01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30552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02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9584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03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28616" y="6400800"/>
            <a:ext cx="132588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04 CI/CD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05 Terraform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80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06 Kubernetes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25712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07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24744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08 Walkthrough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371600"/>
            <a:ext cx="39319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DevSecOps Pipeline Rules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• Automated Trigger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Runs on every push &amp; pull request to main branch via GitHub Actions runner.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• Strict Quality Gate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Pytest unit tests and Vite production bundle build run first. Any failure immediately cancels container builds.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• Trivy Vulnerability Scan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Scans both backend &amp; frontend container images. Configured with exit-code: '1' and severity: HIGH,CRITICAL.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• GHCR Container Registry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Images published to GitHub Container Registry tagged with Git commit SHA (${{ github.sha }}) for full provenance.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• Automated Deploy Step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Spawns Kind cluster, sets up Helm v4, and deploys taskboard release with zero manual intervention.</a:t>
            </a:r>
          </a:p>
        </p:txBody>
      </p:sp>
      <p:pic>
        <p:nvPicPr>
          <p:cNvPr id="14" name="Picture 13" descr="diagram_cicd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6583680" cy="36852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MODULE M7 • INFRASTRUCTURE AS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AWS VPC &amp; EKS Managed Kubernetes Cluster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Reproducible cloud infrastructure declared via modular Terraform HCL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01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30552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02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9584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03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28616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04 CI/CD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6400800"/>
            <a:ext cx="132588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05 Terraform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80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06 Kubernetes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25712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07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24744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08 Walkthrough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371600"/>
            <a:ext cx="39319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Terraform IaC Architecture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• Multi-AZ Networking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Custom VPC (10.0.0.0/16) across 2 Availability Zones with public and private subnet pairs and Internet Gateway.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• AWS EKS Managed Control Plane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Kubernetes v1.31 cluster with AWS-managed control plane, IAM role authentication, and security group isolation.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• Managed Worker Node Group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t3.medium EC2 instances with Auto Scaling Group (Min: 2, Max: 5, Desired: 2) running containerd.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• Credential Hygiene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Zero committed secrets; verified with terraform.tfvars.example, clean lockfiles, and terraform validate passing.</a:t>
            </a:r>
          </a:p>
        </p:txBody>
      </p:sp>
      <p:pic>
        <p:nvPicPr>
          <p:cNvPr id="14" name="Picture 13" descr="diagram_aws_terra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6583680" cy="36852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MODULE M8 • KUBERNETES &amp; HELM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Declarative Application Packaging &amp; Autoscaling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Cloud-native Helm chart with rolling zero-downtime updates and Horizontal Pod Autoscaling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01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30552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02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9584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03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28616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04 CI/CD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05 Terraform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80" y="6400800"/>
            <a:ext cx="132588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06 Kubernetes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25712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07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24744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08 Walkthrough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371600"/>
            <a:ext cx="39319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Kubernetes &amp; Helm Capabilities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• Modular Helm Chart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Complete chart in helm/taskboard with parameterized values.yaml, values-dev.yaml, and values-prod.yaml (helm lint: 0 errors).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• High Availability Deployments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Frontend and Backend run 2 replicas with RollingUpdate deployment strategy (25% maxUnavailable).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• Ingress Routing Controller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Clean edge routing: / routes to frontend service, /api routes to backend port 8000.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• Horizontal Pod Autoscaling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HPA automatically scales backend pods from 2 to 10 replicas when CPU utilization exceeds 80% under load.</a:t>
            </a:r>
          </a:p>
        </p:txBody>
      </p:sp>
      <p:pic>
        <p:nvPicPr>
          <p:cNvPr id="14" name="Picture 13" descr="diagram_k8s_he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6583680" cy="36852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MODULE M9 &amp; M10 • OBSERVABILITY &amp;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Prometheus Metrics, Grafana &amp; Chaos Troubleshooting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Full telemetry instrumentation and battle-tested troubleshooting playbooks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01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30552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02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9584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03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28616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04 CI/CD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05 Terraform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80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06 Kubernetes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25712" y="6400800"/>
            <a:ext cx="132588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07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24744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08 Walkthrough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371600"/>
            <a:ext cx="39319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Observability &amp; Triage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• Prometheus Endpoint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FastAPI /metrics endpoint automatically records HTTP duration histograms, request totals by status code, and process RSS memory.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• Grafana Dashboard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Custom dashboard (grafana-dashboard.json) visualizing real-time RPS, p95 request latency, error rates, and cluster resource saturation.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• Broken Image Simulation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Diagnosed ImagePullBackOff using kubectl describe pod; identified nonexistent tag and rolled out fix.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• Broken Service Simulation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Diagnosed 502 Bad Gateway via kubectl get endpoints; discovered selector label mismatch (app: wrong) and patched.</a:t>
            </a:r>
          </a:p>
        </p:txBody>
      </p:sp>
      <p:pic>
        <p:nvPicPr>
          <p:cNvPr id="14" name="Picture 13" descr="diagram_observability_troubleshoo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6583680" cy="36852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MODULE M10 • DEMO &amp; FINAL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Walkthrough Video &amp; Verification Summary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100/100 Evaluation Checklist, Recorded Execution, and GitHub Repository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01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30552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02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9584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03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28616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04 CI/CD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05 Terraform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80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06 Kubernetes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25712" y="6400800"/>
            <a:ext cx="132588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07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24744" y="6400800"/>
            <a:ext cx="132588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08 Walkthrough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371600"/>
            <a:ext cx="525780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Application &amp; Tests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✓ FastAPI async backend (/health &amp; /ready)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✓ PostgreSQL 16 with Alembic migrations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✓ React 18 SPA with responsive cards &amp; modals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✓ 9/9 Pytest unit tests passing (0.18s)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✓ Vite frontend build passing (142ms)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71600"/>
            <a:ext cx="525780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Docker &amp; CI/CD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✓ Multi-stage Dockerfiles with non-root users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✓ Docker Compose stack with healthy Postgres check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✓ GitHub Actions CI/CD on push to main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✓ Trivy vulnerability scan (exit-code 1)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✓ GHCR package publishing with commit SHA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525780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Terraform &amp; Kubernetes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✓ AWS VPC with multi-AZ public &amp; private subnets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✓ AWS EKS Kubernetes cluster with Node Groups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✓ Helm 3 chart (0 lint failures)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✓ Dual replica HA deployments &amp; Nginx Ingress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✓ Horizontal Pod Autoscaling (CPU 80%)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40480"/>
            <a:ext cx="525780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Demo &amp; Video Walkthrough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✓ demo/taskboard_command_walkthrough.mp4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✓ Recorded execution of all project commands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✓ Automated Pytest, Docker, Helm &amp; Terraform runs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✓ Interactive PowerPoint presentation deck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✓ Committed &amp; pushed to origin/main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